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7b3128ceb04c35" /><Relationship Type="http://schemas.openxmlformats.org/officeDocument/2006/relationships/extended-properties" Target="/docProps/app.xml" Id="Race5fa9a2a704249" /><Relationship Type="http://schemas.openxmlformats.org/officeDocument/2006/relationships/officeDocument" Target="/ppt/presentation.xml" Id="Re6f9dd55d5f6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bdb0596a947fc"/>
  </p:sldMasterIdLst>
  <p:notesMasterIdLst>
    <p:notesMasterId xmlns:r="http://schemas.openxmlformats.org/officeDocument/2006/relationships" r:id="Ree5f0ce1e1304d97"/>
  </p:notesMasterIdLst>
  <p:sldIdLst>
    <p:sldId xmlns:r="http://schemas.openxmlformats.org/officeDocument/2006/relationships" id="256" r:id="R0a74d8aa04604c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e620857d14a92" /><Relationship Type="http://schemas.openxmlformats.org/officeDocument/2006/relationships/slideMaster" Target="/ppt/slideMasters/slideMaster1.xml" Id="Rca4bdb0596a947fc" /><Relationship Type="http://schemas.openxmlformats.org/officeDocument/2006/relationships/notesMaster" Target="/ppt/notesMasters/notesMaster1.xml" Id="Ree5f0ce1e1304d97" /><Relationship Type="http://schemas.openxmlformats.org/officeDocument/2006/relationships/presProps" Target="/ppt/presProps.xml" Id="R87c015830b004226" /><Relationship Type="http://schemas.openxmlformats.org/officeDocument/2006/relationships/tableStyles" Target="/ppt/tableStyles.xml" Id="Re7dc61c924f1450e" /><Relationship Type="http://schemas.openxmlformats.org/officeDocument/2006/relationships/slide" Target="/ppt/slides/slide1.xml" Id="R0a74d8aa04604c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fb8cb9481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e28440d084a6e" /><Relationship Type="http://schemas.openxmlformats.org/officeDocument/2006/relationships/notesMaster" Target="/ppt/notesMasters/notesMaster1.xml" Id="R0332194d9e9b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spec.md §4〜§8。2026-09-04に制御Piと表示Pi 3台の稼働サービスを実機確認。センサーPiのアドレスと役割は現行サービス定義に基づく。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aba16e23542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bdba3b18154f60" /><Relationship Type="http://schemas.openxmlformats.org/officeDocument/2006/relationships/slideLayout" Target="/ppt/slideLayouts/slideLayout1.xml" Id="Ra83f36c062d14c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3f36c062d14c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d828f84364811" /><Relationship Type="http://schemas.openxmlformats.org/officeDocument/2006/relationships/notesSlide" Target="/ppt/notesSlides/notesSlide1.xml" Id="R76143b10ed4b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F1AEC-4A60-421B-B3BF-62D3253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現行システム構成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84D1B-B270-4556-B0DE-483154D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rPr>
              <a:t>深度画像はセンサーPi内で処理し、判定済み入力だけを制御Piへ送信</a:t>
            </a:r>
          </a:p>
        </p:txBody>
      </p:sp>
      <p:sp>
        <p:nvSpPr>
          <p:cNvPr id="3" name="structure-sensor">
            <a:extLst xmlns:a="http://schemas.openxmlformats.org/drawingml/2006/main">
              <a:ext uri="{FF2B5EF4-FFF2-40B4-BE49-F238E27FC236}">
                <a16:creationId xmlns:a16="http://schemas.microsoft.com/office/drawing/2014/main" id="{FA05B964-45B9-4C9A-BDF0-6E87C526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638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B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STRUCTURE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Sensor</a:t>
            </a:r>
          </a:p>
        </p:txBody>
      </p:sp>
      <p:sp>
        <p:nvSpPr>
          <p:cNvPr id="4" name="sensor-pi">
            <a:extLst xmlns:a="http://schemas.openxmlformats.org/drawingml/2006/main">
              <a:ext uri="{FF2B5EF4-FFF2-40B4-BE49-F238E27FC236}">
                <a16:creationId xmlns:a16="http://schemas.microsoft.com/office/drawing/2014/main" id="{C7146D44-DE5D-496B-A35A-CC1FA10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095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2F80B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センサーPi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pi3-sensor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192.168.50.33</a:t>
            </a:r>
          </a:p>
        </p:txBody>
      </p:sp>
      <p:sp>
        <p:nvSpPr>
          <p:cNvPr id="5" name="control-pi">
            <a:extLst xmlns:a="http://schemas.openxmlformats.org/drawingml/2006/main">
              <a:ext uri="{FF2B5EF4-FFF2-40B4-BE49-F238E27FC236}">
                <a16:creationId xmlns:a16="http://schemas.microsoft.com/office/drawing/2014/main" id="{C7DC725A-5ACA-4258-A89C-935D7E94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2479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19050">
            <a:solidFill>
              <a:srgbClr val="25855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制御Pi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pi3-control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60fps / MSX16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192×384</a:t>
            </a:r>
          </a:p>
        </p:txBody>
      </p:sp>
      <p:sp>
        <p:nvSpPr>
          <p:cNvPr id="6" name="display-pi-0">
            <a:extLst xmlns:a="http://schemas.openxmlformats.org/drawingml/2006/main">
              <a:ext uri="{FF2B5EF4-FFF2-40B4-BE49-F238E27FC236}">
                <a16:creationId xmlns:a16="http://schemas.microsoft.com/office/drawing/2014/main" id="{EB2933DD-5B5F-4982-AA21-2EB2F96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133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C47C1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上段  pi1  .101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target 0  /  192×128</a:t>
            </a:r>
          </a:p>
        </p:txBody>
      </p:sp>
      <p:sp>
        <p:nvSpPr>
          <p:cNvPr id="7" name="display-pi-1">
            <a:extLst xmlns:a="http://schemas.openxmlformats.org/drawingml/2006/main">
              <a:ext uri="{FF2B5EF4-FFF2-40B4-BE49-F238E27FC236}">
                <a16:creationId xmlns:a16="http://schemas.microsoft.com/office/drawing/2014/main" id="{6EA88D13-6737-4B3D-B16E-B6365ED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133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C47C1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中段  pi4  .104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target 1  /  192×128</a:t>
            </a:r>
          </a:p>
        </p:txBody>
      </p:sp>
      <p:sp>
        <p:nvSpPr>
          <p:cNvPr id="8" name="display-pi-2">
            <a:extLst xmlns:a="http://schemas.openxmlformats.org/drawingml/2006/main">
              <a:ext uri="{FF2B5EF4-FFF2-40B4-BE49-F238E27FC236}">
                <a16:creationId xmlns:a16="http://schemas.microsoft.com/office/drawing/2014/main" id="{B9C77A8A-5FA2-43DB-9A46-EC2639A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133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C47C1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下段  pi2  .102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target 2  /  192×128</a:t>
            </a:r>
          </a:p>
        </p:txBody>
      </p:sp>
      <p:sp>
        <p:nvSpPr>
          <p:cNvPr id="9" name="led-wall-frame">
            <a:extLst xmlns:a="http://schemas.openxmlformats.org/drawingml/2006/main">
              <a:ext uri="{FF2B5EF4-FFF2-40B4-BE49-F238E27FC236}">
                <a16:creationId xmlns:a16="http://schemas.microsoft.com/office/drawing/2014/main" id="{D4C2C440-B671-4CA8-8BA1-402D088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38300"/>
            <a:ext cx="781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0" name="led-wall-top">
            <a:extLst xmlns:a="http://schemas.openxmlformats.org/drawingml/2006/main">
              <a:ext uri="{FF2B5EF4-FFF2-40B4-BE49-F238E27FC236}">
                <a16:creationId xmlns:a16="http://schemas.microsoft.com/office/drawing/2014/main" id="{F9FCC399-6530-4484-8D9B-F9AA30F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695450"/>
            <a:ext cx="666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led-wall-middle">
            <a:extLst xmlns:a="http://schemas.openxmlformats.org/drawingml/2006/main">
              <a:ext uri="{FF2B5EF4-FFF2-40B4-BE49-F238E27FC236}">
                <a16:creationId xmlns:a16="http://schemas.microsoft.com/office/drawing/2014/main" id="{76D83CD8-5ABC-4C58-99DF-9F2EB09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71775"/>
            <a:ext cx="666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6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led-wall-bottom">
            <a:extLst xmlns:a="http://schemas.openxmlformats.org/drawingml/2006/main">
              <a:ext uri="{FF2B5EF4-FFF2-40B4-BE49-F238E27FC236}">
                <a16:creationId xmlns:a16="http://schemas.microsoft.com/office/drawing/2014/main" id="{AD58DFAF-6AC2-4020-8C05-0689F2F0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848100"/>
            <a:ext cx="666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6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18B9C-C586-45CA-BC46-0B41CBF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911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RGB LED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192×384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72枚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955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86300" y="30861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677150" y="2114550"/>
            <a:ext cx="704850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77150" y="3086100"/>
            <a:ext cx="7048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77150" y="3086100"/>
            <a:ext cx="7048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15600" y="2114550"/>
            <a:ext cx="4953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515600" y="32766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0515600" y="4352925"/>
            <a:ext cx="4953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AB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EF144-4C32-47CF-9B56-366D567B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rPr>
              <a:t>USB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24684-88DD-431B-8B5E-93F40F4A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6222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rPr>
              <a:t>入力 UDP 5200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00A52-2B0C-4D27-9B5B-5BBB9F0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rPr>
              <a:t>フレーム UDP 5000</a:t>
            </a:r>
          </a:p>
        </p:txBody>
      </p:sp>
      <p:cxnSp>
        <p:nvCxnSpPr>
          <p:cNvPr id="54" name=""/>
          <p:cNvCxnSpPr>
            <a:stCxn xmlns:a="http://schemas.openxmlformats.org/drawingml/2006/main" id="5" idx="2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3638550" y="3981450"/>
            <a:ext cx="29146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80B7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6FB0C-DC36-4EE8-BE68-71CE408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80B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2F80B7"/>
                </a:solidFill>
                <a:latin typeface="Noto Sans CJK JP"/>
                <a:ea typeface="Noto Sans CJK JP"/>
                <a:cs typeface="Noto Sans CJK JP"/>
              </a:rPr>
              <a:t>人物再選択 UDP 5201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24ABD-C3BA-4AB9-BACB-B00D8C0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63171-B24E-459A-8302-126951E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2A43"/>
                </a:solidFill>
                <a:latin typeface="Noto Sans CJK JP"/>
                <a:ea typeface="Noto Sans CJK JP"/>
                <a:cs typeface="Noto Sans CJK JP"/>
              </a:rPr>
              <a:t>表示順  .101  →  .104  →  .102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B8328-7D74-47DC-A92B-2A62152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115050"/>
            <a:ext cx="633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486581"/>
                </a:solidFill>
                <a:latin typeface="Noto Sans CJK JP"/>
                <a:ea typeface="Noto Sans CJK JP"/>
                <a:cs typeface="Noto Sans CJK JP"/>
              </a:rPr>
              <a:t>表示Pi 1台あたり  32×32パネル 24枚（8列×3段）</a:t>
            </a:r>
          </a:p>
        </p:txBody>
      </p:sp>
    </p:spTree>
    <p:extLst>
      <p:ext uri="{BB962C8B-B14F-4D97-AF65-F5344CB8AC3E}">
        <p14:creationId xmlns:p14="http://schemas.microsoft.com/office/powerpoint/2010/main" val="1049371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2026-09-04T07:01:39.4340000Z</dcterms:created>
  <dcterms:modified xsi:type="dcterms:W3CDTF">2026-09-04T07:01:39.4340000Z</dcterms:modified>
</coreProperties>
</file>